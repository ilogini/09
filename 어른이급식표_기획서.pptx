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E85D3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4114800"/>
            <a:ext cx="2286000" cy="2286000"/>
          </a:xfrm>
          <a:prstGeom prst="ellipse">
            <a:avLst/>
          </a:prstGeom>
          <a:solidFill>
            <a:srgbClr val="F7A44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APP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371600" cy="4572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급식표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점심메뉴 랜덤 추천 웹앱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뭐 먹지?" 고민 끝, 급식 감성 점심 추천!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5303520"/>
            <a:ext cx="5486400" cy="91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40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 기획서 v1.0  |  2026.02.09  |  모바일 웹앱 (PWA)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컨셉, 타겟 유저, 핵심 가치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69748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및 목적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인식과 해결 방향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342900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정의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8대 핵심 기능 및 우선순위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주요 스크린 와이어프레임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371600" y="489204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컨셉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감성 UI/UX 방향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371600" y="5623560"/>
            <a:ext cx="9144" cy="320040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5486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&amp; 일정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중심 개발 계획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371600"/>
            <a:ext cx="1097280" cy="4754880"/>
          </a:xfrm>
          <a:prstGeom prst="rect">
            <a:avLst>
              <a:gd name="adj" fmla="val 8333"/>
            </a:avLst>
          </a:prstGeom>
          <a:solidFill>
            <a:srgbClr val="FFF3EE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554480"/>
            <a:ext cx="9144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🍚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🍜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🍛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🍕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🥗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🍱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어른이 급식표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급식표 감성의 직장인/성인 점심메뉴 랜덤 추천 웹앱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타겟 유저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점심 메뉴 선택에 고민하는 직장인, 대학생, 자취생 (20~40대)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가치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빠르고 재미있는 점심 메뉴 결정 + 학교 급식표 향수(노스탤지어)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웹앱 (PWA) - 반응형 디자인, 홈 화면 추가 지원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 서비스 (토이 프로젝트) / 추후 광고 배너 검토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FF0E6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결정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212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터치로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메뉴 추천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43891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FFF8E8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감성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5212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급식표 UI로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친숙하고 재미있게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43891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1792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추천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0" y="5212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취향 반영한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알고리즘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및 목적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411480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 w="6350">
            <a:solidFill>
              <a:srgbClr val="FED7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371600" cy="27432"/>
          </a:xfrm>
          <a:prstGeom prst="rect">
            <a:avLst/>
          </a:prstGeom>
          <a:solidFill>
            <a:srgbClr val="FEB2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반복되는 점심 고민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직장인 점심시간 평균 메뉴 결정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소요시간 10분 이상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앱의 정보 과잉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 앱의 리뷰, 사진, 별점 등이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오히려 선택장애 유발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재미없는 랜덤 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983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룰렛/랜덤 앱은 단조로운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디자인에 재미 요소 부족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937760" y="1554480"/>
            <a:ext cx="3840480" cy="4114800"/>
          </a:xfrm>
          <a:prstGeom prst="roundRect">
            <a:avLst>
              <a:gd name="adj" fmla="val 3571"/>
            </a:avLst>
          </a:prstGeom>
          <a:solidFill>
            <a:srgbClr val="F0FFF4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Solution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2103120"/>
            <a:ext cx="1371600" cy="27432"/>
          </a:xfrm>
          <a:prstGeom prst="rect">
            <a:avLst/>
          </a:prstGeom>
          <a:solidFill>
            <a:srgbClr val="9AE6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UI 활용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급식표 인터페이스로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친숙하고 재미있는 경험 제공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원터치 추천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터치로 즉시 메뉴 추천,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의사결정 지원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607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랜덤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4983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랜덤이지만 사용자 취향을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반영한 추천 알고리즘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정의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0E6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16459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급식표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월~금 5일치 점심 메뉴를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생성하여 급식표 형태로 표시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50876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0E6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86200" y="16459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메뉴 추천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423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한 번으로 오늘 점심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1개를 즉시 랜덤 추천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0E6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다시 뽑기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423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메뉴가 마음에 안 들면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흔들기/버튼으로 재추천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150876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8E8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83880" y="16459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7A44C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2423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한식/중식/일식/양식/분식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패스트푸드 등 카테고리 선택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8E8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737360" y="40233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7A44C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4389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먹는 음식 제외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알레르기, 비선호 음식을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설정하여 추천에서 제외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97480" y="388620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8E8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886200" y="40233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7A44C"/>
          </a:solidFill>
          <a:ln/>
        </p:spPr>
      </p:sp>
      <p:sp>
        <p:nvSpPr>
          <p:cNvPr id="38" name="Text 36"/>
          <p:cNvSpPr/>
          <p:nvPr/>
        </p:nvSpPr>
        <p:spPr>
          <a:xfrm>
            <a:off x="388620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4389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공유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3464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주간 급식표를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이미지로 저장/SNS 공유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88620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E8F5F0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B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35040" y="40233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4A9B7F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4389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히스토리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추천받은 메뉴 기록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및 중복 방지 활용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95160" y="388620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E8F5F0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8660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B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183880" y="40233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4A9B7F"/>
          </a:solidFill>
          <a:ln/>
        </p:spPr>
      </p:sp>
      <p:sp>
        <p:nvSpPr>
          <p:cNvPr id="50" name="Text 48"/>
          <p:cNvSpPr/>
          <p:nvPr/>
        </p:nvSpPr>
        <p:spPr>
          <a:xfrm>
            <a:off x="8183880" y="4023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4389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맛있었어요 피드백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3232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피드백으로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정확도 개선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6263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 필수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28800" y="6263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7A44C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 중요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08960" y="6263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A9B7F"/>
          </a:solidFill>
          <a:ln/>
        </p:spPr>
      </p:sp>
      <p:sp>
        <p:nvSpPr>
          <p:cNvPr id="58" name="Text 56"/>
          <p:cNvSpPr/>
          <p:nvPr/>
        </p:nvSpPr>
        <p:spPr>
          <a:xfrm>
            <a:off x="310896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 개선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- 메인 급식표 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926080" cy="5029200"/>
          </a:xfrm>
          <a:prstGeom prst="roundRect">
            <a:avLst>
              <a:gd name="adj" fmla="val 9375"/>
            </a:avLst>
          </a:prstGeom>
          <a:solidFill>
            <a:srgbClr val="F7F7F7"/>
          </a:solidFill>
          <a:ln w="19050">
            <a:solidFill>
              <a:srgbClr val="2D34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926080" cy="32004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90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급식표 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2주차 급식표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475488" cy="10972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9748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김치찌개</a:t>
            </a:r>
            <a:endParaRPr lang="en-US" sz="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밥, 계란말이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426464" y="2331720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1426464" y="23317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26464" y="2651760"/>
            <a:ext cx="475488" cy="10972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269748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짜장면</a:t>
            </a:r>
            <a:endParaRPr lang="en-US" sz="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군만두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938528" y="2331720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1938528" y="23317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38528" y="2651760"/>
            <a:ext cx="475488" cy="1097280"/>
          </a:xfrm>
          <a:prstGeom prst="roundRect">
            <a:avLst>
              <a:gd name="adj" fmla="val 9615"/>
            </a:avLst>
          </a:prstGeom>
          <a:solidFill>
            <a:srgbClr val="FFF3EE"/>
          </a:solidFill>
          <a:ln w="12700">
            <a:solidFill>
              <a:srgbClr val="E85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269748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돈카츠</a:t>
            </a:r>
            <a:endParaRPr lang="en-US" sz="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샐러드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450592" y="2331720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2450592" y="23317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2651760"/>
            <a:ext cx="475488" cy="10972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269748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마라탕</a:t>
            </a:r>
            <a:endParaRPr lang="en-US" sz="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꿔바로우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962656" y="2331720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2962656" y="23317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62656" y="2651760"/>
            <a:ext cx="475488" cy="10972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2697480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비빔밥</a:t>
            </a:r>
            <a:endParaRPr lang="en-US" sz="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된장국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097280" y="40233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🎲 오늘 뭐 먹지?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598932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5971032"/>
            <a:ext cx="29260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6035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급식표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90472" y="6035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추천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03704" y="6035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기록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16936" y="6035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설정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206240" y="16459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영역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89120" y="1965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로고 + 날짜/주차 표시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아이콘으로 빠른 접근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25603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급식표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월~금 5일치 추천 메뉴 표시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 강조 하이라이트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셀 터치로 상세 보기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06240" y="384048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버튼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뭐 먹지?" 메인 액션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시 카드 플립 애니메이션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06240" y="502920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0" y="5349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| 오늘 추천 | 히스토리 | 설정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직관적인 4탭 네비게이션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- 추천 &amp; 설정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2. 오늘의 메뉴 추천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2926080" cy="4389120"/>
          </a:xfrm>
          <a:prstGeom prst="roundRect">
            <a:avLst>
              <a:gd name="adj" fmla="val 9375"/>
            </a:avLst>
          </a:prstGeom>
          <a:solidFill>
            <a:srgbClr val="F7F7F7"/>
          </a:solidFill>
          <a:ln w="19050">
            <a:solidFill>
              <a:srgbClr val="2D34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2926080" cy="32004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메뉴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2377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5D3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🍜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마라탕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3040" y="3611880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F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611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3611880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3611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매운맛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얼얼한 매운맛이 생각나는 날!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47091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709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이거 먹을래! 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5166360"/>
            <a:ext cx="114300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0160">
            <a:solidFill>
              <a:srgbClr val="E85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1663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 다시 뽑기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0280" y="5166360"/>
            <a:ext cx="114300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0160">
            <a:solidFill>
              <a:srgbClr val="4A9B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51663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B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📤 공유하기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3. 설정 화면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783080"/>
            <a:ext cx="2926080" cy="4389120"/>
          </a:xfrm>
          <a:prstGeom prst="roundRect">
            <a:avLst>
              <a:gd name="adj" fmla="val 9375"/>
            </a:avLst>
          </a:prstGeom>
          <a:solidFill>
            <a:srgbClr val="F7F7F7"/>
          </a:solidFill>
          <a:ln w="19050">
            <a:solidFill>
              <a:srgbClr val="2D3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783080"/>
            <a:ext cx="2926080" cy="32004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 카테고리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2606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6060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한식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2606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6060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중식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2606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6060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일식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20640" y="29718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9718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9320" y="29718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29718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분식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0" y="297180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9718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패스트푸드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0640" y="3474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먹는 음식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374904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음식 검색...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20640" y="42062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4206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생선회 ✕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43600" y="42062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FEE2E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4206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낙지 ✕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66560" y="42062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FEE2E2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4206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 ✕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2064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 알림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49377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🔔 매일 11:30 알림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5047488"/>
            <a:ext cx="457200" cy="228600"/>
          </a:xfrm>
          <a:prstGeom prst="roundRect">
            <a:avLst>
              <a:gd name="adj" fmla="val 48000"/>
            </a:avLst>
          </a:prstGeom>
          <a:solidFill>
            <a:srgbClr val="4A9B7F"/>
          </a:solidFill>
          <a:ln/>
        </p:spPr>
      </p:sp>
      <p:sp>
        <p:nvSpPr>
          <p:cNvPr id="53" name="Shape 51"/>
          <p:cNvSpPr/>
          <p:nvPr/>
        </p:nvSpPr>
        <p:spPr>
          <a:xfrm>
            <a:off x="7360920" y="5065776"/>
            <a:ext cx="192024" cy="192024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컨셉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"학교 급식표의 향수  +  모던 웹앱의 편리함"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E85D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#E85D3A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오렌지레드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CTA, 강조 요소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6060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F7A44C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606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#F7A44C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골드옐로우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포인트, 하이라이트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6060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4A9B7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06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#4A9B7F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민트그린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성공, 확인 상태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26060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606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#2D3436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657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텍스트, 기본 색상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Elements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46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톤앤매너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게시판 느낌의 따뜻한 색감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모서리 + 손글씨 감성 포인트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47548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4846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97480" y="5212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타이포그래피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55321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제목: 둥근 손글씨 느낌 웹폰트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본문: Pretendard (깔끔한 고딕)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47548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846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🍽️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846320" y="5212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아이콘/일러스트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55321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 이모지 + 밥그릇/젓가락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아이콘 &amp; 미니 일러스트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95160" y="47548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4846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✨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95160" y="5212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55321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플립 (메뉴 공개)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흔들림 (다시 뽑기) + 슬라이드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데이터베이스 구조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34747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메뉴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태그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김치찌개, 된장찌개, 비빔밥, 불고기, 제육볶음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#밥류 #찌개류 #구이류 / 가격: 저~중 / 맵기: 순한~매운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🍚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짜장면, 짬뽕, 탕수육, 마라탕, 볶음밥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#면류 #밥류 #요리류 / 가격: 저~중 / 맵기: 순한~매운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초밥, 라멘, 우동, 돈카츠, 카레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#밥류 #면류 #튀김류 / 가격: 저~고 / 맵기: 순한~보통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파스타, 피자, 스테이크, 리조또, 햄버거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#면류 #빵류 #고기류 / 가격: 중~고 / 맵기: 순한~보통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떡볶이, 김밥, 라면, 순대, 튀김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#면류 #밥류 #간식류 / 가격: 저 / 맵기: 순한~매운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🍢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패스트푸드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치킨, 버거, 샌드위치, 도시락, 편의점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#빵류 #치킨류 #도시락 / 가격: 저~중 / 맵기: 순한~보통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알고리즘 로직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/>
        </p:spPr>
      </p:sp>
      <p:sp>
        <p:nvSpPr>
          <p:cNvPr id="8" name="Shape 5"/>
          <p:cNvSpPr/>
          <p:nvPr/>
        </p:nvSpPr>
        <p:spPr>
          <a:xfrm>
            <a:off x="1280160" y="5349240"/>
            <a:ext cx="365760" cy="36576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5760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필터링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설정 카테고리에서만 선택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97480" y="5257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5349240"/>
            <a:ext cx="365760" cy="36576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97480" y="5760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음식 처리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97480" y="5989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먹는 음식 목록 필터링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5257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/>
        </p:spPr>
      </p:sp>
      <p:sp>
        <p:nvSpPr>
          <p:cNvPr id="18" name="Shape 15"/>
          <p:cNvSpPr/>
          <p:nvPr/>
        </p:nvSpPr>
        <p:spPr>
          <a:xfrm>
            <a:off x="5577840" y="5349240"/>
            <a:ext cx="365760" cy="36576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19" name="Text 16"/>
          <p:cNvSpPr/>
          <p:nvPr/>
        </p:nvSpPr>
        <p:spPr>
          <a:xfrm>
            <a:off x="55778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5760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방지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6320" y="5989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3일 히스토리와 비교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95160" y="5257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E8F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7726680" y="5349240"/>
            <a:ext cx="365760" cy="36576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24" name="Text 21"/>
          <p:cNvSpPr/>
          <p:nvPr/>
        </p:nvSpPr>
        <p:spPr>
          <a:xfrm>
            <a:off x="772668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95160" y="5760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추출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95160" y="5989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기반 랜덤 선택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&amp; 개발 일정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TypeScript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Tailwind CSS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상태관리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Zustand (경량)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React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Workbox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Web App Manifest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Framer Motion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플립, 흔들기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LocalStorage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Supabase 확장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커스텀 도메인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Development Timeline (4 Weeks)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8229600" cy="73152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5880" y="5074920"/>
            <a:ext cx="320040" cy="32004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33" name="Text 31"/>
          <p:cNvSpPr/>
          <p:nvPr/>
        </p:nvSpPr>
        <p:spPr>
          <a:xfrm>
            <a:off x="132588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5532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2/10 ~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760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UI/UX 디자인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DB 구축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29000" y="5074920"/>
            <a:ext cx="320040" cy="320040"/>
          </a:xfrm>
          <a:prstGeom prst="ellipse">
            <a:avLst/>
          </a:prstGeom>
          <a:solidFill>
            <a:srgbClr val="F7A44C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51760" y="5532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2/17 ~ 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5760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뷰 개발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추천 로직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32120" y="5074920"/>
            <a:ext cx="320040" cy="320040"/>
          </a:xfrm>
          <a:prstGeom prst="ellipse">
            <a:avLst/>
          </a:prstGeom>
          <a:solidFill>
            <a:srgbClr val="4A9B7F"/>
          </a:solidFill>
          <a:ln/>
        </p:spPr>
      </p:sp>
      <p:sp>
        <p:nvSpPr>
          <p:cNvPr id="41" name="Text 39"/>
          <p:cNvSpPr/>
          <p:nvPr/>
        </p:nvSpPr>
        <p:spPr>
          <a:xfrm>
            <a:off x="553212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5532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B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2/24 ~ 3/2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5760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메뉴 추천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애니메이션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635240" y="5074920"/>
            <a:ext cx="320040" cy="320040"/>
          </a:xfrm>
          <a:prstGeom prst="ellipse">
            <a:avLst/>
          </a:prstGeom>
          <a:solidFill>
            <a:srgbClr val="2D3436"/>
          </a:solidFill>
          <a:ln/>
        </p:spPr>
      </p:sp>
      <p:sp>
        <p:nvSpPr>
          <p:cNvPr id="45" name="Text 43"/>
          <p:cNvSpPr/>
          <p:nvPr/>
        </p:nvSpPr>
        <p:spPr>
          <a:xfrm>
            <a:off x="763524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0" y="5532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3/3 ~ 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5760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기능, PWA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&amp; 배포 🚀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시나리오 &amp; KPI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0" cy="2286000"/>
          </a:xfrm>
          <a:prstGeom prst="roundRect">
            <a:avLst>
              <a:gd name="adj" fmla="val 6000"/>
            </a:avLst>
          </a:prstGeom>
          <a:solidFill>
            <a:srgbClr val="FFF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💼 Scenario: 직장인 김대리의 점심시간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 알림 수신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"오늘의 급식표가 도착했어요!"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965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11:31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진입, 주간 급식표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월: 김치찌개, 화: 짜장면, 수(오늘): 돈카츠...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65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11:32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"다시 뽑기" 터치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돈카츠가 별로 → 카드 플립 → "마라탕" 등장!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19659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965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"이거 먹을래!" 확정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급식표에 반영 → 동료에게 이미지 카톡 공유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 지표 (KPI)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일간 활성 사용자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40280" y="438912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24028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300회/일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24028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클릭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4028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버튼 일 평균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31920" y="438912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93192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50회/주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93192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급식표 공유 횟수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23560" y="438912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62356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40%+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62356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 Retention 기준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4389120"/>
            <a:ext cx="1554480" cy="1920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8E0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📲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315200" y="4846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315200" y="5257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 설치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5532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대비 설치율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85D3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0"/>
            <a:ext cx="2743200" cy="2743200"/>
          </a:xfrm>
          <a:prstGeom prst="ellipse">
            <a:avLst/>
          </a:prstGeom>
          <a:solidFill>
            <a:srgbClr val="F7A44C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확장 계획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E85D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97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기반 맛집 연동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카카오맵 API로 근처 식당 추천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11887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E85D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097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급식표 &amp; AI 취향 분석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828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동료와 함께 급식표 + 개인화 추천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E85D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097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레시피 연동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828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자취생 모드 - 간단 레시피 제공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11887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E85D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109728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정보 &amp; 칼로리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1828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2BE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관리 모드, 영양 정보 표시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3657600" y="4114800"/>
            <a:ext cx="1828800" cy="36576"/>
          </a:xfrm>
          <a:prstGeom prst="rect">
            <a:avLst/>
          </a:prstGeom>
          <a:solidFill>
            <a:srgbClr val="E85D3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7A4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점심은 어른이 급식표에 맡기세요!"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 기획서 v1.0  |  2026.02.09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웹앱 (PWA)  |  React + TypeScript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어른이 급식표 - 점심메뉴 랜덤 추천 웹앱 기획서</dc:title>
  <dc:subject>PptxGenJS Presentation</dc:subject>
  <dc:creator>어른이 급식표 기획팀</dc:creator>
  <cp:lastModifiedBy>어른이 급식표 기획팀</cp:lastModifiedBy>
  <cp:revision>1</cp:revision>
  <dcterms:created xsi:type="dcterms:W3CDTF">2026-02-09T08:46:05Z</dcterms:created>
  <dcterms:modified xsi:type="dcterms:W3CDTF">2026-02-09T08:46:05Z</dcterms:modified>
</cp:coreProperties>
</file>